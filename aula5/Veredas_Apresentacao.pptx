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045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A237E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2743200" cy="2743200"/>
          </a:xfrm>
          <a:prstGeom prst="ellipse">
            <a:avLst/>
          </a:prstGeom>
          <a:solidFill>
            <a:srgbClr val="2C5F2D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1000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VEREDAS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Emocional Urbano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697480"/>
            <a:ext cx="2743200" cy="27432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01: Desenvolvimento de Protótipos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3566160"/>
            <a:ext cx="5486400" cy="938384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011680" y="3657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APRESENTADORES</a:t>
            </a:r>
            <a:endParaRPr lang="en-US" sz="11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Pedro Henrique Matos Leitão de Medeiros</a:t>
            </a:r>
            <a:endParaRPr lang="en-US" sz="11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Marcos Manoel de Vasconcelos Júnior</a:t>
            </a:r>
            <a:endParaRPr lang="en-US" sz="11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Alik Breno Dones Chacon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UNIPÊ • João Pessoa • Professor Jeofton •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CONCEITO VEREDAS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"Explorar a cidade pelo que você sente."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software propõe o </a:t>
            </a:r>
            <a:r>
              <a:rPr lang="en-US" sz="15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mapeamento de camadas emocionais</a:t>
            </a:r>
            <a:r>
              <a:rPr lang="en-US" sz="15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em locais urbanos, permitindo que o usuário encontre </a:t>
            </a:r>
            <a:r>
              <a:rPr lang="en-US" sz="15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rotas e recomendações baseadas no seu estado de espírito atual</a:t>
            </a:r>
            <a:r>
              <a:rPr lang="en-US" sz="15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solidFill>
            <a:srgbClr val="3949A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</a:t>
            </a:r>
            <a:r>
              <a:rPr lang="en-US" sz="14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PROPOSTA: </a:t>
            </a:r>
            <a:r>
              <a:rPr lang="en-US" sz="14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Redescobrir a cidade de João Pessoa através das emoções, conectando lugares a estados emocionais específicos e criando experiências urbanas personalizadas</a:t>
            </a: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TAXONOMIA DO SISTEMA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de Organização do Software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60320" cy="1371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você se sente agora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Estado Emocional: 8 modos (calma a energia)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Forma de Input: botão, slider, pergunta, histórico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560320" cy="1371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49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NÚCLEO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Lugares com camadas emocionais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Perfil do lugar: etiquetas, horários, variação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Visualização: heatmap, cores por emoção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Contexto Dinâmico: clima, horário, densidade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560320" cy="13716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1264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SAÍDA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Rotas e recomendações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Rotas: calma, criativa, social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Descoberta: serendipidade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Feedback: como você se sentiu no lugar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TAXONOMIA DO SISTEMA • Diagrama Completo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user-data/uploads/taxon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PAPEL AO CONCEITO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Protótipos-Conceito baseados no Material 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 CRIATIVO INICIAL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Desenvolvimento inicial baseado nas diretrizes do </a:t>
            </a:r>
            <a:r>
              <a:rPr lang="en-US" sz="1400" b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Design</a:t>
            </a: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aplicando princípios de usabilidade e design intuitivo.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TELAS FUNDAMENTAIS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063240"/>
            <a:ext cx="1280160" cy="45720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Login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68880" y="3063240"/>
            <a:ext cx="1280160" cy="45720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468880" y="3063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Cadastro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40480" y="3063240"/>
            <a:ext cx="1280160" cy="45720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40480" y="3063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Mapa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12080" y="3063240"/>
            <a:ext cx="1280160" cy="45720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212080" y="3063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Perfil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0" y="3063240"/>
            <a:ext cx="1280160" cy="45720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Comentários/Feedback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solidFill>
            <a:srgbClr val="3949A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97280" y="38404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🎯 OBJETIVO: </a:t>
            </a: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o fluxo de navegação e a experiência do usuário desde a entrada no aplicativo até a interação com o mapa emocional e o envio de feedbacks sobre os locais visitados.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PROTÓTIPOS EM BAIXA FIDELIDADE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Wireframes detalhados - Ferramenta Balsamiq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645920" y="14630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REFINAMENTO DA ESTRUTURA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Wireframes criados na ferramenta </a:t>
            </a:r>
            <a:r>
              <a:rPr lang="en-US" sz="14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Balsamiq</a:t>
            </a: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detalhando a arquitetura de informação, hierarquia visual e interações do usuário em cada tela do aplicativo.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BENEFÍCIOS DOS WIREFRAMES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3108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Foco na funcionalidade sem distrações visuais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34747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Validação da arquitetura de informação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3840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Identificação precoce de problemas de usabilidade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4206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Base sólida para os protótipos de alta fidelidade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PROTÓTIPOS EM BAIXA FIDELIDADE • Wireframes Completos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87782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user-data/uploads/Baixa_Fide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914400"/>
            <a:ext cx="4572000" cy="4572000"/>
          </a:xfrm>
          <a:prstGeom prst="ellipse">
            <a:avLst/>
          </a:prstGeom>
          <a:solidFill>
            <a:srgbClr val="2C5F2D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949A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4C5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PROTÓTIPOS 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FIDELIDADE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0" y="3108960"/>
            <a:ext cx="1828800" cy="3657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C5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avançada utilizando Fluid UI / Figma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PROTÓTIPOS DE ALTA FIDELIDADE • Destaques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MODERNO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Paleta de cores neutras e elegantes (Bege e Azul Marinho) que transmitem sofisticação e tranquilidade.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20240" y="2331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INTERATIVO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2651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 de mapa personalizada de João Pessoa com marcadores emocionais e navegação fluida.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972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💭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920240" y="3429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FILTROS EMOCIONAIS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0240" y="3749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Acesso rápido aos estados: Energia, Social, Criativo, Introspectivo, Focado e Tranquilo.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 de autenticação com campos para CPF e senha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63ED828-806B-D11F-CEF1-35F913CD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1" y="1188720"/>
            <a:ext cx="2926079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Formulário de registro de novos usuários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D07FEFE-790C-34AB-669B-BC9A4E6E8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863" y="1115377"/>
            <a:ext cx="2924175" cy="3895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PRINCIPAL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Visualização do mapa emocional de João Pessoa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AA90928-ECE0-7631-16B2-09A83DB51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290" y="1143000"/>
            <a:ext cx="2952750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MENU LATERAL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Navegação contextual com categorias organizadas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EDA5070-95C8-51EE-99C4-E7A5ED851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005840"/>
            <a:ext cx="2781300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conta e indicador de mood atual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209210B-D0F7-A9C4-FAE2-02DE7D429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1134427"/>
            <a:ext cx="28194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avaliação de locais visitados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DF19746-5555-42C4-1D2C-801010AFE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213485"/>
            <a:ext cx="2724150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 de pesquisa integrada ao mapa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72F217E-9AAC-055B-2B67-2B30D5E16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915" y="1249961"/>
            <a:ext cx="2905125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MARCADORES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Pins personalizados com informações emocionais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6B0E45E-7DE2-0509-BF6D-C1152597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312" y="1188720"/>
            <a:ext cx="2619375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ESCURO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09/09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Tema alternativo para uso noturno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2D643E9-EF44-76E5-C13D-47C527513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746" y="1188720"/>
            <a:ext cx="2695575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EXPERIÊNCIA E FEEDBACK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Funcionalidades de UX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🌙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ESCURO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 adaptável para uso noturno com contraste otimizado e economia de bateria em telas OLED.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💬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ENGAJAMENTO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'Feedback do Local' onde o usuário registra se o ambiente é bom para socialização, movimento ou concentração.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✨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SERENDIPIDADE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Incentivo à descoberta de novos lugares na cidade através do estado emocional e preferências do usuário.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C5F2D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 E PRÓXIMOS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2743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STATUS ATUAL
</a:t>
            </a:r>
            <a:r>
              <a:rPr lang="en-US" sz="1300" dirty="0" err="1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Protótipos</a:t>
            </a:r>
            <a:r>
              <a:rPr lang="en-US" sz="13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concluídos para a 1ª Avaliação com validação completa do fluxo de navegação e design de interface.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645920" y="28346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🎯 PRÓXIMO FOCO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Refinar os algoritmos de recomendação baseados no histórico de humor do usuário e implementar a lógica de matching emocional.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653</Words>
  <Application>Microsoft Office PowerPoint</Application>
  <PresentationFormat>Apresentação na tela (16:9)</PresentationFormat>
  <Paragraphs>126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Veredas - Mapa Emocional Urbano</dc:title>
  <dc:subject>PptxGenJS Presentation</dc:subject>
  <dc:creator>Pedro Henrique, Marcos Manoel, Alik Breno</dc:creator>
  <cp:lastModifiedBy>P3droF Ferreira</cp:lastModifiedBy>
  <cp:revision>2</cp:revision>
  <dcterms:created xsi:type="dcterms:W3CDTF">2026-03-31T21:54:48Z</dcterms:created>
  <dcterms:modified xsi:type="dcterms:W3CDTF">2026-03-31T22:11:44Z</dcterms:modified>
</cp:coreProperties>
</file>